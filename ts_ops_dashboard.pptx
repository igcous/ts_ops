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Trust &amp; Safety Ops
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</a:rPr>
              <a:t>A portfolio analytics stack: synthetic data → SQLite → Python →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Ignacio Cousseau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828800"/>
            <a:ext cx="2194560" cy="100584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920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20 000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3957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cases generated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063240"/>
            <a:ext cx="2194560" cy="100584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54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5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6301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live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4297680"/>
            <a:ext cx="2194560" cy="100584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4389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5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8646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alert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T&amp;S teams fly blind until Friday.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66160" cy="3840480"/>
          </a:xfrm>
          <a:prstGeom prst="rect">
            <a:avLst/>
          </a:prstGeom>
          <a:solidFill>
            <a:srgbClr val="162A3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Metrics live
in spreadsheets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Assembled manually by analysts the night before a business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566160" cy="3840480"/>
          </a:xfrm>
          <a:prstGeom prst="rect">
            <a:avLst/>
          </a:prstGeom>
          <a:solidFill>
            <a:srgbClr val="162A3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Alerts arrive
too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 fraud spike runs its course before leadership sees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3566160" cy="3840480"/>
          </a:xfrm>
          <a:prstGeom prst="rect">
            <a:avLst/>
          </a:prstGeom>
          <a:solidFill>
            <a:srgbClr val="162A3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No operational
picture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91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Backlog size, SLA, escalation rate — rarely surfaced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7F00"/>
                </a:solidFill>
              </a:rPr>
              <a:t>→  This project is the analytics layer that closes the gap.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Every library chosen deliberately.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577840" cy="1371600"/>
          </a:xfrm>
          <a:prstGeom prst="rect">
            <a:avLst/>
          </a:prstGeom>
          <a:solidFill>
            <a:srgbClr val="162A3F"/>
          </a:solidFill>
          <a:ln w="1016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Python +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Core analytics layer — resample, rolling, groupby, quantile. Cleaner than SQL for time-series transforms.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45920"/>
            <a:ext cx="5577840" cy="1371600"/>
          </a:xfrm>
          <a:prstGeom prst="rect">
            <a:avLst/>
          </a:prstGeom>
          <a:solidFill>
            <a:srgbClr val="162A3F"/>
          </a:solidFill>
          <a:ln w="1016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Vectorised data generation (20 k rows in one call), exponential resolution-time distribution, z-score math.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5577840" cy="1371600"/>
          </a:xfrm>
          <a:prstGeom prst="rect">
            <a:avLst/>
          </a:prstGeom>
          <a:solidFill>
            <a:srgbClr val="162A3F"/>
          </a:solidFill>
          <a:ln w="1016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SQLite + SQLAlchemy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57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Persists data between reruns; SQL artifact in sql/queries.sql demonstrates SQL fluency independently.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154680"/>
            <a:ext cx="5577840" cy="1371600"/>
          </a:xfrm>
          <a:prstGeom prst="rect">
            <a:avLst/>
          </a:prstGeom>
          <a:solidFill>
            <a:srgbClr val="162A3F"/>
          </a:solidFill>
          <a:ln w="1016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@st.cache_data, st.metric with WoW deltas, radio-button nav, plotly_chart. No HTML, no JS.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5577840" cy="1371600"/>
          </a:xfrm>
          <a:prstGeom prst="rect">
            <a:avLst/>
          </a:prstGeom>
          <a:solidFill>
            <a:srgbClr val="162A3F"/>
          </a:solidFill>
          <a:ln w="1016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Plotly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66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Interactive hover, layered traces (bar + line overlay), fill='tonexty' confidence band on forecast.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663440"/>
            <a:ext cx="5577840" cy="1371600"/>
          </a:xfrm>
          <a:prstGeom prst="rect">
            <a:avLst/>
          </a:prstGeom>
          <a:solidFill>
            <a:srgbClr val="162A3F"/>
          </a:solidFill>
          <a:ln w="1016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Faker +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166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Reproducible synthetic data — same command always produces the same 20 000 rows.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Synthetic → SQLite → Analytics →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560320" cy="237744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generate_data.py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20 000 cases
weighted distributions
fraud spike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77F0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828800"/>
            <a:ext cx="2560320" cy="237744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load_db.py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ts_ops.db
3 tables
seeded at 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6168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77F0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560320" cy="237744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metrics_engine.py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KPI functions
all pure pandas
no 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77F0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828800"/>
            <a:ext cx="2560320" cy="237744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streamlit_app.py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5 dashboard pages
@st.cache_data
filtered in-memory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36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636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636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Key columns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83480"/>
            <a:ext cx="11430000" cy="45720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56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7F00"/>
                </a:solidFill>
              </a:rPr>
              <a:t>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056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20 000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05663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case_id, created_at, resolved_at, category, severity, status, channel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59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7F00"/>
                </a:solidFill>
              </a:rPr>
              <a:t>enforcement_actions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559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~12 300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55955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case_id (FK), action_type, action_date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062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7F00"/>
                </a:solidFill>
              </a:rP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6062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~5 800 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60624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agent_id, date, cases_handled, hours_worked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Precisely defined — not 'how fast?' but 'median + p90 in hours, nulls excluded'.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Operational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4767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Case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1343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Daily/weekly/monthly demand signal with 7-day rolling average overlay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0087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632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Backlog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89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Point-in-time stock of open+escalated cases; measures accumulated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05656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78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Resolution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445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Mean · Median · P90 in hours — three percentiles because each tells a different 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21224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2943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Escalation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6013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escalated / total — signals complexity, training gaps, or routing misalignment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Quality &amp;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874519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4767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Enforcement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1343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enforcement_actions / resolved_cases — too high = low precision; too low = low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90087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632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Fraud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289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fraud / total weekly; &gt;25% reference line; &gt;30% WoW change triggers HIGH alert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105656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178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Anomaly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445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z = (volume − 28-day mean) / 28-day σ; flag if z &gt; 2.0 on any of last 3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221224"/>
            <a:ext cx="5577840" cy="1005840"/>
          </a:xfrm>
          <a:prstGeom prst="rect">
            <a:avLst/>
          </a:prstGeom>
          <a:solidFill>
            <a:srgbClr val="162A3F"/>
          </a:solidFill>
          <a:ln w="762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2943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Cases /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66013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Throughput metric; rising while hours flat = team asked to do more with same 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DASHBOARD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Five pages, one file — shared cache, shared filters.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5029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554480"/>
            <a:ext cx="10515600" cy="7772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KPI tiles · anomaly chart · alert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7556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'How are we doing right now?' answered in 30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5029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560320"/>
            <a:ext cx="10515600" cy="7772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4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Case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992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Volume trend · category stacked area · resolution by 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76148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Daily / Weekly / Monthly toggle drives the same function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5029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566160"/>
            <a:ext cx="10515600" cy="7772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61188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Enforcement &amp;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0507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Enforcement mix · fraud share % · severity scatter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76732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What happens after a case closes; where risk concentrates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5029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736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572000"/>
            <a:ext cx="10515600" cy="7772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61772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Capacity &amp; Forecasting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0109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Workload bars vs capacity line · 28-day forecast · staffing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77316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Forward-looking: how many agents needed next 4 weeks?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77840"/>
            <a:ext cx="5029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7424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5577840"/>
            <a:ext cx="10515600" cy="7772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62356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601675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WoW KPI table · narrative generator · download button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77900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One-click Monday morning briefing, no LLM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ANOMALY DETECTION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Rolling z-score adapts to your team's current baseline.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6035040" cy="1417320"/>
          </a:xfrm>
          <a:prstGeom prst="rect">
            <a:avLst/>
          </a:prstGeom>
          <a:solidFill>
            <a:srgbClr val="162A3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7F00"/>
                </a:solidFill>
              </a:rPr>
              <a:t>z = ( volume  −  28-day rolling mean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7F00"/>
                </a:solidFill>
              </a:rPr>
              <a:t>          ─────────────────────────────────────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7F00"/>
                </a:solidFill>
              </a:rPr>
              <a:t>              28-day rolling std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Flag if z &gt; 2.0  (≈ 97.5th percentile)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08760"/>
            <a:ext cx="4937760" cy="1417320"/>
          </a:xfrm>
          <a:prstGeom prst="rect">
            <a:avLst/>
          </a:prstGeom>
          <a:solidFill>
            <a:srgbClr val="162A3F"/>
          </a:solidFill>
          <a:ln w="1016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Why 28 days?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65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7 days → too jittery (one slow week poisons baseline).
90 days → too slow to adapt after team/product changes.
28 days = four full weeks: stable yet responsive.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 Severity Ladder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1051560" cy="5486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2160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11880"/>
            <a:ext cx="9875520" cy="5486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685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Volume anomaly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721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Any of last 3 anomalous days in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1051560" cy="5486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0740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4297680"/>
            <a:ext cx="9875520" cy="5486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4370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Fraud spike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4074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WoW fraud share increase &gt; 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1051560" cy="54864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9320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983480"/>
            <a:ext cx="9875520" cy="5486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19" y="5056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SLA degradation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093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WoW p90 resolution time increase &gt; 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1051560" cy="5486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7900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5669280"/>
            <a:ext cx="9875520" cy="54864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5742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Escalation drift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7790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Current-week escalation rate &gt;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FORECASTING  &amp;  REPORT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Forward-looking ops — no heavy deps, no API keys.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solidFill>
            <a:srgbClr val="162A3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28-Day Forecast  (Simple Exponential Smoothing)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α = 0.3 — 30% current obs, 70% carry-forward; avoids overreaction to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Linear trend component from np.polyfit on last 14 days of smoothed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Confidence band = ±1.5 σ of historical residuals (no distributional assumptions)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Staffing gap table: math.ceil(forecast_volume / 18 cases-per-agent)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Why not Prophet? Requires C++ compile, hundreds of MB, overkill for 28-day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Why not ARIMA? Stationarity/hyperparameter choices obscure ops domain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solidFill>
            <a:srgbClr val="162A3F"/>
          </a:solidFill>
          <a:ln w="127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Insights Report Generator  (template-driven)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No LLM — conditional string templates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877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Output is deterministic: same data → same report (auditable, testable)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Thresholds are business decisions, not statistical defaults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4845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Five Monday-morning questions answered automatically: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7880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 · Volume up or down by how much?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091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 · Is backlog growing or shrinking?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395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 · Are we enforcing at the right rate?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986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   · Any open risks before end of week?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30021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·  st.download_button() → analyst pastes into weekly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WHAT THIS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Five capabilities an S&amp;O Analyst role requires.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11064240" cy="82296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KPI Design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Each metric defined precisely — not 'resolution time' but 'median + p90 in hours, resolved_at not null'. The choice of three percentiles reflects how SLA monitoring actually works in operations.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11064240" cy="82296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SQL Fluency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sql/queries.sql is a standalone artifact: window functions, subquery-based percentile approximation for SQLite (no PERCENTILE_CONT), left joins for enforcement rate — demonstrates SQL literacy independently of the Python layer.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11064240" cy="82296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Time Series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593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Anomaly detection, rolling averages, WoW comparisons, and point-in-time backlog reconstruction all require reasoning about data as a sequence of events — the central analytical skill for any ops role.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526280"/>
            <a:ext cx="11064240" cy="82296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Operational 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65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The report generator translates numbers into sentences a manager can act on. Being able to articulate why '30% WoW fraud increase' triggers an ALERT is the conversation this project starts.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3212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532120"/>
            <a:ext cx="11064240" cy="822960"/>
          </a:xfrm>
          <a:prstGeom prst="rect">
            <a:avLst/>
          </a:prstGeom>
          <a:solidFill>
            <a:srgbClr val="16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F00"/>
                </a:solidFill>
              </a:rPr>
              <a:t>Engineering Judgment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710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SES not Prophet · templates not LLM · SQLite not Postgres. Each decision reflects understanding of what is appropriate for the actual problem — over-engineering a portfolio project demonstrates the opposite of good judgment.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